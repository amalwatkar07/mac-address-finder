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0" r:id="rId5"/>
    <p:sldId id="269" r:id="rId6"/>
    <p:sldId id="275" r:id="rId7"/>
    <p:sldId id="276" r:id="rId8"/>
    <p:sldId id="271" r:id="rId9"/>
    <p:sldId id="272" r:id="rId10"/>
    <p:sldId id="273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0"/>
    <a:srgbClr val="3B4564"/>
    <a:srgbClr val="1A1E3F"/>
    <a:srgbClr val="F3F0E9"/>
    <a:srgbClr val="E9DDC7"/>
    <a:srgbClr val="EDE9DF"/>
    <a:srgbClr val="EEEBE2"/>
    <a:srgbClr val="C8BDA8"/>
    <a:srgbClr val="F5F3EF"/>
    <a:srgbClr val="FAF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2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FA5FA-50CD-4E58-831C-3455A3AC5BC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BC4A6-D233-456C-8CA8-FEE132D5B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48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A163-3A2C-A7D2-8EB5-003DD0BEB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4DCF3-E2B0-B60F-C6B6-9C79644F4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BE91C-DD68-468F-9C2A-8D2C723B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8D438-5E99-033B-DF10-F84374BB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93EB4-B8E5-93B8-128F-61C5BD57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38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3E22-96BF-11D5-C154-7D01D2E1F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D8FC-9513-BBE7-D2FF-46DB928B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7D32-5CC6-DE93-AD3A-1FD4CAC1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EDE2D-3604-5333-5734-F075460F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42CD2-489D-49EB-0501-150FD1F0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FC52-1984-BEBC-D39C-78820B32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D9AA7-41D8-902B-2CC8-4D4FCA0CC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6B095-BAE0-EB64-D724-AFCB6320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1C295-B70F-D0F4-A9FB-FAABFF4C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3CA3E-AD76-A85C-EE9F-14CA1FEB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59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88F5-D868-0C14-5C5A-E15DC160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8BAD-509C-4352-8A45-D00C2A8CA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BA364-F313-6DA5-1170-22DFA927E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887AA-66D5-5C23-F375-8AFB7C45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9266D-E87B-D00E-1F49-11996697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39A8B-89B1-AE74-81F2-4B8630D7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37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8B4A-AB21-9841-343D-7177B408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BE838-5D4D-0CDA-8204-F379F064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60A4C-0158-F12F-44C6-6F26BC208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F7D62-7F2B-6EBE-1F5B-640C04A07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E97C5-05A7-23BD-2BAB-4A7E80C88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CC09B-77A5-6B40-0FE2-645EA320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B535B-A39B-4CD1-FE15-6C93C9ED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371CA-B39D-321D-C18C-7C5C3B13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64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CA00-319A-2B69-81DF-F2CB3B0B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5E3AE-C8ED-8545-C533-68858515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FC7D4-E53E-746E-67C9-5F2969A0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49F6D-540A-0F99-4F05-6FFD9108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92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B1D87-2874-B4F3-54AC-7B8C9ED5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21911-40F8-BF8D-3013-BF78CD80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CFAC4-0D02-61A9-81E1-3DD3654C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1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EF3E-CBF1-1026-0E9D-DB36BA56F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2BEEA-C83D-3303-656A-01C70943A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B1F74-250A-152C-EFE1-A188A979F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0F5D9-AA72-838A-7A7B-113552EE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2C05A-EE86-52EC-3F03-45BDCA34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3DEF9-6DB4-E84A-A6F9-BA1FF60E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90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24E6-D4E2-E0E4-BD57-9B913DBB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F165C-1F82-D480-ED0A-25DD2CBB6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859B0-3617-436A-9834-03B8B38F6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C34E8-8411-ACB2-870E-CAF7FC36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49F53-9ED1-C3A2-DF08-181CD952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460DD-1A3E-DA16-A260-12EBA94D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04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7AAD-5362-77D5-6421-1233709F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5150D-846B-CBAC-B82D-40E3ED844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7682C-4120-2FF1-AB85-413A832B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94B83-AC54-36D3-7D14-37AEAF6CE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2A89D-7A33-F059-01B5-B930B0B9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8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689B5-18D6-EB41-FFC5-361892258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C972E-B2A3-4DDE-0D00-31782311E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9168A-39BB-5659-07AF-A2AF26B2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775C7-75EB-B047-F835-3DE51C8D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89E2A-1177-C3C1-FAE1-14ADA0BF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81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D5FB27-04F4-4366-5E8E-F6F75029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60197-F28E-B028-C49F-D422E38D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DA2DF-D6EC-5458-FB3B-81AF5C788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925AC-FC9C-4A1E-8DDB-EA92DD4149E9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6BBF-4230-B5C6-A170-84B47A5F3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58B5B-DFEB-0FD7-1209-42C7CFF71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76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059F679-797C-8D6C-525F-298A83364976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D6AEAF-6834-05FC-45C3-2EC6FC20C06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8D2AFE-42BC-6613-6A1B-9F2F7BC14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2" name="Google Shape;59;p1">
            <a:extLst>
              <a:ext uri="{FF2B5EF4-FFF2-40B4-BE49-F238E27FC236}">
                <a16:creationId xmlns:a16="http://schemas.microsoft.com/office/drawing/2014/main" id="{2079E0FB-CE47-07F3-63AB-7F0816E5EDF8}"/>
              </a:ext>
            </a:extLst>
          </p:cNvPr>
          <p:cNvSpPr/>
          <p:nvPr/>
        </p:nvSpPr>
        <p:spPr>
          <a:xfrm>
            <a:off x="1196905" y="329112"/>
            <a:ext cx="10647836" cy="1027033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7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700" b="1" cap="small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COLLEGE OF ENGINEERING &amp; TECHNOLOGY</a:t>
            </a:r>
            <a:endParaRPr sz="2700" cap="small" baseline="0" dirty="0">
              <a:solidFill>
                <a:srgbClr val="000050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1900" i="1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</a:t>
            </a:r>
            <a:endParaRPr sz="1900" i="1" dirty="0">
              <a:solidFill>
                <a:srgbClr val="000050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190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Kandlakoya, Medchal Road, Hyderabad</a:t>
            </a:r>
            <a:endParaRPr sz="1900" dirty="0">
              <a:solidFill>
                <a:srgbClr val="00005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D6764B5-3D98-A93C-C5E1-D7A5BD6D2921}"/>
              </a:ext>
            </a:extLst>
          </p:cNvPr>
          <p:cNvCxnSpPr>
            <a:cxnSpLocks/>
          </p:cNvCxnSpPr>
          <p:nvPr/>
        </p:nvCxnSpPr>
        <p:spPr>
          <a:xfrm>
            <a:off x="6096000" y="3040165"/>
            <a:ext cx="0" cy="1200329"/>
          </a:xfrm>
          <a:prstGeom prst="line">
            <a:avLst/>
          </a:prstGeom>
          <a:ln w="38100">
            <a:solidFill>
              <a:srgbClr val="000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9FA87EB-E352-4A67-9BC4-0FAEC6E752BD}"/>
              </a:ext>
            </a:extLst>
          </p:cNvPr>
          <p:cNvSpPr txBox="1">
            <a:spLocks/>
          </p:cNvSpPr>
          <p:nvPr/>
        </p:nvSpPr>
        <p:spPr>
          <a:xfrm>
            <a:off x="149088" y="2225965"/>
            <a:ext cx="11893825" cy="70788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buNone/>
              <a:defRPr sz="4000" b="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buNone/>
              <a:defRPr sz="4000" b="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defRPr/>
            </a:pPr>
            <a:r>
              <a:rPr lang="en-IN" b="1" dirty="0">
                <a:solidFill>
                  <a:srgbClr val="000050"/>
                </a:solidFill>
              </a:rPr>
              <a:t>MAC Address Finder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D52D145-41C7-4E5D-39BD-15FEC1177EE2}"/>
              </a:ext>
            </a:extLst>
          </p:cNvPr>
          <p:cNvSpPr txBox="1">
            <a:spLocks/>
          </p:cNvSpPr>
          <p:nvPr/>
        </p:nvSpPr>
        <p:spPr>
          <a:xfrm>
            <a:off x="2576144" y="3303183"/>
            <a:ext cx="345440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buNone/>
              <a:defRPr sz="240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dirty="0">
                <a:solidFill>
                  <a:srgbClr val="000050"/>
                </a:solidFill>
              </a:rPr>
              <a:t>Batch: 03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2ACC019-F779-E7E5-A03A-AF4AD02C9720}"/>
              </a:ext>
            </a:extLst>
          </p:cNvPr>
          <p:cNvSpPr txBox="1">
            <a:spLocks/>
          </p:cNvSpPr>
          <p:nvPr/>
        </p:nvSpPr>
        <p:spPr>
          <a:xfrm>
            <a:off x="6161457" y="3224830"/>
            <a:ext cx="3454400" cy="830997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240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dirty="0">
                <a:solidFill>
                  <a:srgbClr val="000050"/>
                </a:solidFill>
              </a:rPr>
              <a:t>Course: Computer Networks Laboratory</a:t>
            </a:r>
          </a:p>
        </p:txBody>
      </p:sp>
    </p:spTree>
    <p:extLst>
      <p:ext uri="{BB962C8B-B14F-4D97-AF65-F5344CB8AC3E}">
        <p14:creationId xmlns:p14="http://schemas.microsoft.com/office/powerpoint/2010/main" val="683750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DE94E-440C-7F33-0E19-FEBC4A3EB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 Address Finder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C-based Computer Networks project to find MAC addresses.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Identifies network adapters available on a computer.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 address is a unique hardware address of a network interface.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Works at the Data Link Layer of networking.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Supports interfaces such as Wi-Fi, Ethernet, and Bluetooth.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the Windows IP Helper API to retrieve adapter information.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detects adapters and displays their MAC addresses.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simple command-line interface.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MAC addressing and network interface identification using C.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8E864F-ECB5-0476-60BA-2F953E9C8063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E205C59-881E-EE8D-ECC7-494B2A4AEF9B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177791-35B8-C7A6-7B13-9833B616F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A704F516-7B8F-CDE6-938D-BCC0E7B7C558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B587CDE-4EBA-3C30-2257-EFD55A9436AA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20846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BEA2-86CE-EB2C-79ED-4B4330E4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26A68-FDCA-DB1A-1A78-3B10EDF7E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an Introduction slide, you don't need all the details. Keep it concise and PPT-friendly: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MAC Address Finder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 Address Finder is a C-based Computer Networks project for identifying MAC addresses of network adapters.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detects available network adapters on a Windows computer.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retrieves and displays the adapter name and corresponding MAC address in a clear format.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the Windows IP Helper API to obtain network interface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simple command-line interface for displaying the results.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limited to local computer network adapters and does not scan other devices on the network.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practical concept of MAC addressing and network interface identification using C.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733D9A-3E35-486A-4CDB-0245983D62AF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D11E3EF-EA8E-0636-EB5F-407DBF5251A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B4AC47-1785-7148-A0DA-CF140E9DB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1F89C080-6A22-EFC3-5466-5943E65A2A32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D08238-6075-1EE4-0654-7CE7CB964330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8143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839FD18-DE93-31E7-A1BD-24733F57B097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F00251C-F62C-2192-0F76-2383C9E793F0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AE750B-8A8A-E668-11F8-88B4661A4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7" name="Google Shape;59;p1">
            <a:extLst>
              <a:ext uri="{FF2B5EF4-FFF2-40B4-BE49-F238E27FC236}">
                <a16:creationId xmlns:a16="http://schemas.microsoft.com/office/drawing/2014/main" id="{DD04B40A-15F9-1F31-B09E-612C9DCCA699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&amp; Limitations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4C8758-F066-070A-9FB5-167D290DF8A1}"/>
              </a:ext>
            </a:extLst>
          </p:cNvPr>
          <p:cNvSpPr txBox="1"/>
          <p:nvPr/>
        </p:nvSpPr>
        <p:spPr>
          <a:xfrm>
            <a:off x="74544" y="1681163"/>
            <a:ext cx="592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25387-B889-233E-C018-44C878069FF6}"/>
              </a:ext>
            </a:extLst>
          </p:cNvPr>
          <p:cNvSpPr txBox="1"/>
          <p:nvPr/>
        </p:nvSpPr>
        <p:spPr>
          <a:xfrm>
            <a:off x="6194426" y="1681163"/>
            <a:ext cx="592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Scope</a:t>
            </a:r>
            <a:endParaRPr lang="en-IN" sz="2800" dirty="0">
              <a:solidFill>
                <a:srgbClr val="000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CA4FA663-5B33-372B-81D1-B19B53C03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679" y="2415439"/>
            <a:ext cx="5914776" cy="412545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program is designed for Windows systems using the Windows IP Helper API.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finds MAC addresses of adapters on the local computer only.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find the MAC addresses of other devices on the network.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perform packet capture or network traffic monitoring.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uses a command-line interface rather than a graphical interface.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displayed depends on the network adapters detected by the operating system.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0E3CF98-E183-C3FA-7A58-A0BAFB5CB05C}"/>
              </a:ext>
            </a:extLst>
          </p:cNvPr>
          <p:cNvSpPr txBox="1">
            <a:spLocks/>
          </p:cNvSpPr>
          <p:nvPr/>
        </p:nvSpPr>
        <p:spPr>
          <a:xfrm>
            <a:off x="287903" y="2283002"/>
            <a:ext cx="5914776" cy="4442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this project is limited to finding MAC addresses of network adapters on the local computer.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available network adapters.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Retrieves their MAC addresses.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adapter name and corresponding MAC address.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as a command-line C application on Windows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EC100B4-0BB4-2DDF-1CE1-D5C09FD46C96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146794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E9A78-1B65-8003-1EE4-74B5A3DA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9B07-E36B-764B-2E26-5841B27E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C-based MAC Address Finder that automatically retrieves the MAC addresses of network adapters available on the local computer.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program uses the Windows IP Helper API, particularly the </a:t>
            </a:r>
            <a:r>
              <a:rPr lang="en-US" sz="2400" dirty="0" err="1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GetAdaptersInfo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function, to obtain network adapter information.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basic working process is:</a:t>
            </a:r>
            <a:endParaRPr lang="en-IN" sz="2400" dirty="0">
              <a:solidFill>
                <a:srgbClr val="000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6DF8B8-291B-8799-5A75-0F2CDABDE69C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7D68E9E-3D3C-DF86-FAC4-5BD3D20EF411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762F59-9653-CA0D-FB70-08ED9270F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1FEEA497-6AF6-FC52-A761-8A6DA65BC646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PROPOSED SYSTEM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07B50C-3D0F-9BCC-E4A7-14F8CC152E61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683FCA-104C-6B73-2EE1-77465EE88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9" y="3401172"/>
            <a:ext cx="5943600" cy="324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94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DE64E-BCAF-8F73-E799-269DA5E9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6D10E-88CE-7412-D500-831550420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Simple: The program has a straightforward command-line interface.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Automatic: Network adapters are detected automatically.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manual entry: The user does not need to enter a MAC address.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Multiple adapters: The program can display MAC addresses for multiple network adapters.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Educational: It demonstrates practical concepts related to network interfaces and MAC addressing.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518459-B50B-2912-E862-2C08986E6AD3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1F06738-556E-FC0A-EC30-7B4AD53700F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559690-3CF9-426A-9A57-F948345F4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5DB32D37-C0EB-0B75-3A5A-B418EBACE0C4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KEY FEATURES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A984D1-9412-B4F0-2C58-EEAC391EEF0E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411712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E9DF-027F-467E-D446-1EB0332C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1F56F38-3EE3-42BE-B273-EABBD6082F31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B50708C-6EF4-5518-8E9D-0522444721D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F22FF7A-4504-0BA2-B8F1-E171F9218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9C12DFA0-A035-2149-A43E-A789C446963B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FLOWCHART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ED11726-2B22-553C-F703-409C14FB24CE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629950-68A0-16E0-4362-05ACF1CF7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285" y="1510480"/>
            <a:ext cx="9707427" cy="52944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830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E1BC-345C-3AC5-D2DA-F445A7C7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0B29394-E142-FF42-123E-B7CA8432E82A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9BA8B73-3F1B-E321-1DEC-60AB41D3317E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9F4B804-1E16-DE9E-3C8B-C25282EAF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7" name="Google Shape;59;p1">
            <a:extLst>
              <a:ext uri="{FF2B5EF4-FFF2-40B4-BE49-F238E27FC236}">
                <a16:creationId xmlns:a16="http://schemas.microsoft.com/office/drawing/2014/main" id="{20E09296-C510-1092-FF55-696C70ADBB8C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D38998DB-9061-E231-745D-04EC53733F8E}"/>
              </a:ext>
            </a:extLst>
          </p:cNvPr>
          <p:cNvSpPr txBox="1">
            <a:spLocks/>
          </p:cNvSpPr>
          <p:nvPr/>
        </p:nvSpPr>
        <p:spPr>
          <a:xfrm>
            <a:off x="74543" y="1931619"/>
            <a:ext cx="6021457" cy="4424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Program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Controls the complete execution of the application.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Helper API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Provides functions for accessing network configuration and adapter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Adapter Information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Provided by the OS. The program processes this information to obtain the MAC address.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Command-Line Interface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retrieved information is displayed to the user through the command prompt.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C86E014-F2A0-6130-1EE7-73F8124FEBAA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310F99F-24CC-4115-7A53-951D6EF22C56}"/>
              </a:ext>
            </a:extLst>
          </p:cNvPr>
          <p:cNvSpPr txBox="1">
            <a:spLocks/>
          </p:cNvSpPr>
          <p:nvPr/>
        </p:nvSpPr>
        <p:spPr>
          <a:xfrm>
            <a:off x="6095998" y="1931618"/>
            <a:ext cx="6021457" cy="4609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1: Include Required Libraries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2: Link the IP Helper Library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3: Obtain Adapter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4: Process Each Adapter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5: Extract the MAC Address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6: Display the Result</a:t>
            </a:r>
          </a:p>
        </p:txBody>
      </p:sp>
    </p:spTree>
    <p:extLst>
      <p:ext uri="{BB962C8B-B14F-4D97-AF65-F5344CB8AC3E}">
        <p14:creationId xmlns:p14="http://schemas.microsoft.com/office/powerpoint/2010/main" val="52830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9823-92B2-E2E3-40AF-58839B28D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FE6C26E-0122-CFAB-9383-DCC693144104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9CB7AC8-B94B-26A1-2920-4B7733D97EA2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B1128BD-132E-3EB7-E849-8135DC811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7" name="Google Shape;59;p1">
            <a:extLst>
              <a:ext uri="{FF2B5EF4-FFF2-40B4-BE49-F238E27FC236}">
                <a16:creationId xmlns:a16="http://schemas.microsoft.com/office/drawing/2014/main" id="{753DF96C-0EC8-3BC6-E646-02792FFF44C4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E768DD6-7B2A-7DF5-6FB2-DE39A5D36AC5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79B64-4089-A5C6-6E88-9F7B96234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60" y="1630811"/>
            <a:ext cx="5462680" cy="501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7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A412-990A-87D9-C7A2-264920C5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068C633-86AF-93E3-EBF4-1C80E2F91F11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2C5104E-B354-1B04-6E64-2F816549E322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00BD6FB-0873-B614-494E-98686E4C8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F29CD27D-3D64-E72A-889C-9B9D595BC6D3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Conclusion &amp; Future Enhancements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887BDC-3114-00C9-7D32-9708EC53E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7474" y="1829832"/>
            <a:ext cx="5471847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successful C-based MAC Address Finder for Windows systems.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the Windows IP Helper API to obtain network adapter information.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Displays 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 addresses in a clear and readable format.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EE9E278-E8F2-5CD7-D410-98BD00BCBAF4}"/>
              </a:ext>
            </a:extLst>
          </p:cNvPr>
          <p:cNvSpPr txBox="1">
            <a:spLocks/>
          </p:cNvSpPr>
          <p:nvPr/>
        </p:nvSpPr>
        <p:spPr>
          <a:xfrm>
            <a:off x="6202680" y="1829832"/>
            <a:ext cx="5642061" cy="43513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Detecting devices connected to the local network.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Displaying additional network adapter information.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Adding a graphical user interface.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Providing options to save the retrieved information to a file.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8CC61AF-5D23-E488-CBE0-097A00E940B9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423073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9;p1">
            <a:extLst>
              <a:ext uri="{FF2B5EF4-FFF2-40B4-BE49-F238E27FC236}">
                <a16:creationId xmlns:a16="http://schemas.microsoft.com/office/drawing/2014/main" id="{56CAE78B-759A-8F6A-2EA7-2897FBB775B7}"/>
              </a:ext>
            </a:extLst>
          </p:cNvPr>
          <p:cNvSpPr/>
          <p:nvPr/>
        </p:nvSpPr>
        <p:spPr>
          <a:xfrm>
            <a:off x="74543" y="3088608"/>
            <a:ext cx="12042913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711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E0FA7029-81C0-4630-80E4-3FBF5CEC2722}" vid="{F2F5185D-7F36-40EA-A583-1A55AC61A6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CMRTemplate</Template>
  <TotalTime>131</TotalTime>
  <Words>839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 Malwatkar</dc:creator>
  <cp:lastModifiedBy>Arna Malwatkar</cp:lastModifiedBy>
  <cp:revision>4</cp:revision>
  <dcterms:created xsi:type="dcterms:W3CDTF">2026-03-04T17:39:01Z</dcterms:created>
  <dcterms:modified xsi:type="dcterms:W3CDTF">2026-09-30T09:08:49Z</dcterms:modified>
</cp:coreProperties>
</file>