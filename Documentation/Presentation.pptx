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60" r:id="rId5"/>
    <p:sldId id="269" r:id="rId6"/>
    <p:sldId id="275" r:id="rId7"/>
    <p:sldId id="276" r:id="rId8"/>
    <p:sldId id="271" r:id="rId9"/>
    <p:sldId id="272" r:id="rId10"/>
    <p:sldId id="273" r:id="rId11"/>
    <p:sldId id="2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50"/>
    <a:srgbClr val="3B4564"/>
    <a:srgbClr val="1A1E3F"/>
    <a:srgbClr val="F3F0E9"/>
    <a:srgbClr val="E9DDC7"/>
    <a:srgbClr val="EDE9DF"/>
    <a:srgbClr val="EEEBE2"/>
    <a:srgbClr val="C8BDA8"/>
    <a:srgbClr val="F5F3EF"/>
    <a:srgbClr val="FAF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05" autoAdjust="0"/>
    <p:restoredTop sz="94660"/>
  </p:normalViewPr>
  <p:slideViewPr>
    <p:cSldViewPr snapToGrid="0">
      <p:cViewPr>
        <p:scale>
          <a:sx n="30" d="100"/>
          <a:sy n="30" d="100"/>
        </p:scale>
        <p:origin x="130" y="10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FA5FA-50CD-4E58-831C-3455A3AC5BCB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BC4A6-D233-456C-8CA8-FEE132D5B0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486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1A163-3A2C-A7D2-8EB5-003DD0BEB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4DCF3-E2B0-B60F-C6B6-9C79644F4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BE91C-DD68-468F-9C2A-8D2C723BB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8D438-5E99-033B-DF10-F84374BB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93EB4-B8E5-93B8-128F-61C5BD573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383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3E22-96BF-11D5-C154-7D01D2E1F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ED8FC-9513-BBE7-D2FF-46DB928BD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7D32-5CC6-DE93-AD3A-1FD4CAC11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EDE2D-3604-5333-5734-F075460FD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42CD2-489D-49EB-0501-150FD1F08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073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FC52-1984-BEBC-D39C-78820B32C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D9AA7-41D8-902B-2CC8-4D4FCA0CC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6B095-BAE0-EB64-D724-AFCB63201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1C295-B70F-D0F4-A9FB-FAABFF4CD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3CA3E-AD76-A85C-EE9F-14CA1FEB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595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B88F5-D868-0C14-5C5A-E15DC160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58BAD-509C-4352-8A45-D00C2A8CAE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BA364-F313-6DA5-1170-22DFA927E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887AA-66D5-5C23-F375-8AFB7C45E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9266D-E87B-D00E-1F49-11996697C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39A8B-89B1-AE74-81F2-4B8630D7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371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8B4A-AB21-9841-343D-7177B4086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BE838-5D4D-0CDA-8204-F379F064C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60A4C-0158-F12F-44C6-6F26BC208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7F7D62-7F2B-6EBE-1F5B-640C04A07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1E97C5-05A7-23BD-2BAB-4A7E80C885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ECC09B-77A5-6B40-0FE2-645EA3201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CB535B-A39B-4CD1-FE15-6C93C9EDF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371CA-B39D-321D-C18C-7C5C3B13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646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0CA00-319A-2B69-81DF-F2CB3B0B8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5E3AE-C8ED-8545-C533-68858515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FC7D4-E53E-746E-67C9-5F2969A08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F49F6D-540A-0F99-4F05-6FFD9108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922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8B1D87-2874-B4F3-54AC-7B8C9ED52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821911-40F8-BF8D-3013-BF78CD80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CFAC4-0D02-61A9-81E1-3DD3654C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1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EF3E-CBF1-1026-0E9D-DB36BA56F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2BEEA-C83D-3303-656A-01C70943A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B1F74-250A-152C-EFE1-A188A979F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0F5D9-AA72-838A-7A7B-113552EE1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2C05A-EE86-52EC-3F03-45BDCA341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3DEF9-6DB4-E84A-A6F9-BA1FF60EA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902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B24E6-D4E2-E0E4-BD57-9B913DBB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3F165C-1F82-D480-ED0A-25DD2CBB64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5859B0-3617-436A-9834-03B8B38F6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C34E8-8411-ACB2-870E-CAF7FC36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49F53-9ED1-C3A2-DF08-181CD952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460DD-1A3E-DA16-A260-12EBA94D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04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E7AAD-5362-77D5-6421-1233709F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5150D-846B-CBAC-B82D-40E3ED844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7682C-4120-2FF1-AB85-413A832B5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94B83-AC54-36D3-7D14-37AEAF6CE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2A89D-7A33-F059-01B5-B930B0B9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780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1689B5-18D6-EB41-FFC5-361892258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3C972E-B2A3-4DDE-0D00-31782311E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9168A-39BB-5659-07AF-A2AF26B2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925AC-FC9C-4A1E-8DDB-EA92DD4149E9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775C7-75EB-B047-F835-3DE51C8DB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89E2A-1177-C3C1-FAE1-14ADA0BF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81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D5FB27-04F4-4366-5E8E-F6F75029F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60197-F28E-B028-C49F-D422E38D0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1DA2DF-D6EC-5458-FB3B-81AF5C788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925AC-FC9C-4A1E-8DDB-EA92DD4149E9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D6BBF-4230-B5C6-A170-84B47A5F3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58B5B-DFEB-0FD7-1209-42C7CFF71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58909-7249-42D3-AA99-A03997136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763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2059F679-797C-8D6C-525F-298A83364976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0D6AEAF-6834-05FC-45C3-2EC6FC20C067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C8D2AFE-42BC-6613-6A1B-9F2F7BC14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12" name="Google Shape;59;p1">
            <a:extLst>
              <a:ext uri="{FF2B5EF4-FFF2-40B4-BE49-F238E27FC236}">
                <a16:creationId xmlns:a16="http://schemas.microsoft.com/office/drawing/2014/main" id="{2079E0FB-CE47-07F3-63AB-7F0816E5EDF8}"/>
              </a:ext>
            </a:extLst>
          </p:cNvPr>
          <p:cNvSpPr/>
          <p:nvPr/>
        </p:nvSpPr>
        <p:spPr>
          <a:xfrm>
            <a:off x="1196905" y="329112"/>
            <a:ext cx="10647836" cy="1027033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700" b="1" cap="none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700" b="1" cap="small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 COLLEGE OF ENGINEERING &amp; TECHNOLOGY</a:t>
            </a:r>
            <a:endParaRPr sz="2700" cap="small" baseline="0" dirty="0">
              <a:solidFill>
                <a:srgbClr val="000050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1900" i="1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(Autonomous)</a:t>
            </a:r>
            <a:endParaRPr sz="1900" i="1" dirty="0">
              <a:solidFill>
                <a:srgbClr val="000050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190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Kandlakoya, Medchal Road, Hyderabad</a:t>
            </a:r>
            <a:endParaRPr sz="1900" dirty="0">
              <a:solidFill>
                <a:srgbClr val="00005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D6764B5-3D98-A93C-C5E1-D7A5BD6D2921}"/>
              </a:ext>
            </a:extLst>
          </p:cNvPr>
          <p:cNvCxnSpPr>
            <a:cxnSpLocks/>
          </p:cNvCxnSpPr>
          <p:nvPr/>
        </p:nvCxnSpPr>
        <p:spPr>
          <a:xfrm>
            <a:off x="6096000" y="3040165"/>
            <a:ext cx="0" cy="1200329"/>
          </a:xfrm>
          <a:prstGeom prst="line">
            <a:avLst/>
          </a:prstGeom>
          <a:ln w="38100">
            <a:solidFill>
              <a:srgbClr val="000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9FA87EB-E352-4A67-9BC4-0FAEC6E752BD}"/>
              </a:ext>
            </a:extLst>
          </p:cNvPr>
          <p:cNvSpPr txBox="1">
            <a:spLocks/>
          </p:cNvSpPr>
          <p:nvPr/>
        </p:nvSpPr>
        <p:spPr>
          <a:xfrm>
            <a:off x="149088" y="2225965"/>
            <a:ext cx="11893825" cy="70788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buNone/>
              <a:defRPr sz="4000" b="0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buNone/>
              <a:defRPr sz="4000" b="0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defRPr/>
            </a:pPr>
            <a:r>
              <a:rPr lang="en-IN" b="1" dirty="0">
                <a:solidFill>
                  <a:srgbClr val="000050"/>
                </a:solidFill>
              </a:rPr>
              <a:t>MAC Address Finder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D52D145-41C7-4E5D-39BD-15FEC1177EE2}"/>
              </a:ext>
            </a:extLst>
          </p:cNvPr>
          <p:cNvSpPr txBox="1">
            <a:spLocks/>
          </p:cNvSpPr>
          <p:nvPr/>
        </p:nvSpPr>
        <p:spPr>
          <a:xfrm>
            <a:off x="2576144" y="3303183"/>
            <a:ext cx="345440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buNone/>
              <a:defRPr sz="2400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dirty="0">
                <a:solidFill>
                  <a:srgbClr val="000050"/>
                </a:solidFill>
              </a:rPr>
              <a:t>Batch: 03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2ACC019-F779-E7E5-A03A-AF4AD02C9720}"/>
              </a:ext>
            </a:extLst>
          </p:cNvPr>
          <p:cNvSpPr txBox="1">
            <a:spLocks/>
          </p:cNvSpPr>
          <p:nvPr/>
        </p:nvSpPr>
        <p:spPr>
          <a:xfrm>
            <a:off x="6161457" y="3224830"/>
            <a:ext cx="3454400" cy="830997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2400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IN" dirty="0">
                <a:solidFill>
                  <a:srgbClr val="000050"/>
                </a:solidFill>
              </a:rPr>
              <a:t>Course: Computer Networks Laboratory</a:t>
            </a:r>
          </a:p>
        </p:txBody>
      </p:sp>
    </p:spTree>
    <p:extLst>
      <p:ext uri="{BB962C8B-B14F-4D97-AF65-F5344CB8AC3E}">
        <p14:creationId xmlns:p14="http://schemas.microsoft.com/office/powerpoint/2010/main" val="683750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DE94E-440C-7F33-0E19-FEBC4A3EB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3" y="1825625"/>
            <a:ext cx="12042913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is designed to identify and display network interface details on a computer.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Built using Python, Flask, and the </a:t>
            </a:r>
            <a:r>
              <a:rPr lang="en-US" sz="2400" dirty="0" err="1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psutil</a:t>
            </a: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library.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Retrieves and displays MAC addresses, IPv4 addresses, interface status, and interface types.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Features a simple, user-friendly web-based interface as a convenient alternative to manual system commands.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practical network concepts, including MAC and IPv4 addressing, network interfaces, and Data Link Layer principles.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F8E864F-ECB5-0476-60BA-2F953E9C8063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E205C59-881E-EE8D-ECC7-494B2A4AEF9B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1177791-35B8-C7A6-7B13-9833B616F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A704F516-7B8F-CDE6-938D-BCC0E7B7C558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cap="none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B587CDE-4EBA-3C30-2257-EFD55A9436AA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</p:spTree>
    <p:extLst>
      <p:ext uri="{BB962C8B-B14F-4D97-AF65-F5344CB8AC3E}">
        <p14:creationId xmlns:p14="http://schemas.microsoft.com/office/powerpoint/2010/main" val="20846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EBEA2-86CE-EB2C-79ED-4B4330E42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26A68-FDCA-DB1A-1A78-3B10EDF7E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3" y="1825625"/>
            <a:ext cx="12042913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Network Interfaces: Computers feature multiple interface types (Wi-Fi, Ethernet, Bluetooth, and loopback), each with a unique MAC address used for Data Link Layer communication.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Problem: Finding network interface information manually often requires navigating operating-system-specific commands.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Solution: A web-based application that automatically detects available interfaces and centralizes their network details.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Technology Stack: Powered by Python's </a:t>
            </a:r>
            <a:r>
              <a:rPr lang="en-US" sz="2400" dirty="0" err="1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psutil</a:t>
            </a: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library for gathering network data and Flask to connect the backend logic with the web interface.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733D9A-3E35-486A-4CDB-0245983D62AF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D11E3EF-EA8E-0636-EB5F-407DBF5251A7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DB4AC47-1785-7148-A0DA-CF140E9DB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1F89C080-6A22-EFC3-5466-5943E65A2A32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cap="none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D08238-6075-1EE4-0654-7CE7CB964330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</p:spTree>
    <p:extLst>
      <p:ext uri="{BB962C8B-B14F-4D97-AF65-F5344CB8AC3E}">
        <p14:creationId xmlns:p14="http://schemas.microsoft.com/office/powerpoint/2010/main" val="81434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839FD18-DE93-31E7-A1BD-24733F57B097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F00251C-F62C-2192-0F76-2383C9E793F0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8AE750B-8A8A-E668-11F8-88B4661A4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17" name="Google Shape;59;p1">
            <a:extLst>
              <a:ext uri="{FF2B5EF4-FFF2-40B4-BE49-F238E27FC236}">
                <a16:creationId xmlns:a16="http://schemas.microsoft.com/office/drawing/2014/main" id="{DD04B40A-15F9-1F31-B09E-612C9DCCA699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cap="none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&amp; Limitations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4C8758-F066-070A-9FB5-167D290DF8A1}"/>
              </a:ext>
            </a:extLst>
          </p:cNvPr>
          <p:cNvSpPr txBox="1"/>
          <p:nvPr/>
        </p:nvSpPr>
        <p:spPr>
          <a:xfrm>
            <a:off x="74544" y="1681163"/>
            <a:ext cx="5923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Scope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925387-B889-233E-C018-44C878069FF6}"/>
              </a:ext>
            </a:extLst>
          </p:cNvPr>
          <p:cNvSpPr txBox="1"/>
          <p:nvPr/>
        </p:nvSpPr>
        <p:spPr>
          <a:xfrm>
            <a:off x="6194426" y="1681163"/>
            <a:ext cx="5923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of Scope</a:t>
            </a:r>
            <a:endParaRPr lang="en-IN" sz="2800" dirty="0">
              <a:solidFill>
                <a:srgbClr val="000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CA4FA663-5B33-372B-81D1-B19B53C03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2679" y="2415439"/>
            <a:ext cx="5914776" cy="412545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displays information about the network interfaces of the local computer only.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does not scan or identify devices connected to the entire network.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does not capture or analyze network packets.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does not provide detailed network traffic monitoring. 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0E3CF98-E183-C3FA-7A58-A0BAFB5CB05C}"/>
              </a:ext>
            </a:extLst>
          </p:cNvPr>
          <p:cNvSpPr txBox="1">
            <a:spLocks/>
          </p:cNvSpPr>
          <p:nvPr/>
        </p:nvSpPr>
        <p:spPr>
          <a:xfrm>
            <a:off x="74543" y="2316188"/>
            <a:ext cx="5914776" cy="4442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Detecting network interfaces available on the local computer.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Finding MAC addresses associated with the interfaces.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Displaying interface status.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Providing a web-based interface for viewing the information.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Allowing the user to refresh/scan the information when required.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EC100B4-0BB4-2DDF-1CE1-D5C09FD46C96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</p:spTree>
    <p:extLst>
      <p:ext uri="{BB962C8B-B14F-4D97-AF65-F5344CB8AC3E}">
        <p14:creationId xmlns:p14="http://schemas.microsoft.com/office/powerpoint/2010/main" val="1467942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E9A78-1B65-8003-1EE4-74B5A3DAE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9B07-E36B-764B-2E26-5841B27E2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3" y="1825625"/>
            <a:ext cx="1204291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 web-based MAC Address Finder and Network Interface Analyzer. The system uses the </a:t>
            </a:r>
            <a:r>
              <a:rPr lang="en-US" sz="2400" dirty="0" err="1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psutil</a:t>
            </a: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library to retrieve information about the network interfaces available on the computer. The collected information is processed by the Flask backend and then displayed on a webpage.</a:t>
            </a:r>
            <a:endParaRPr lang="en-IN" sz="2400" dirty="0">
              <a:solidFill>
                <a:srgbClr val="000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6DF8B8-291B-8799-5A75-0F2CDABDE69C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7D68E9E-3D3C-DF86-FAC4-5BD3D20EF411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E762F59-9653-CA0D-FB70-08ED9270F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1FEEA497-6AF6-FC52-A761-8A6DA65BC646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dirty="0">
                <a:solidFill>
                  <a:srgbClr val="000050"/>
                </a:solidFill>
                <a:latin typeface="Times New Roman"/>
                <a:cs typeface="Times New Roman"/>
                <a:sym typeface="Times New Roman"/>
              </a:rPr>
              <a:t>PROPOSED SYSTEM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D07B50C-3D0F-9BCC-E4A7-14F8CC152E61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C34315-1859-359E-EB04-18BBFA6F5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963" y="3002970"/>
            <a:ext cx="6670074" cy="363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4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DE64E-BCAF-8F73-E799-269DA5E94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6D10E-88CE-7412-D500-831550420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3" y="1825625"/>
            <a:ext cx="12042913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Detects available network interfaces.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Retrieves their MAC addresses.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Displays their IPv4 addresses.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Shows whether an interface is active or inactive.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Presents the information in an easy-to-understand web interface.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518459-B50B-2912-E862-2C08986E6AD3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1F06738-556E-FC0A-EC30-7B4AD53700F7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3559690-3CF9-426A-9A57-F948345F4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5DB32D37-C0EB-0B75-3A5A-B418EBACE0C4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dirty="0">
                <a:solidFill>
                  <a:srgbClr val="000050"/>
                </a:solidFill>
                <a:latin typeface="Times New Roman"/>
                <a:cs typeface="Times New Roman"/>
                <a:sym typeface="Times New Roman"/>
              </a:rPr>
              <a:t>KEY FEATURES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A984D1-9412-B4F0-2C58-EEAC391EEF0E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</p:spTree>
    <p:extLst>
      <p:ext uri="{BB962C8B-B14F-4D97-AF65-F5344CB8AC3E}">
        <p14:creationId xmlns:p14="http://schemas.microsoft.com/office/powerpoint/2010/main" val="4117123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DE9DF-027F-467E-D446-1EB0332C4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1F56F38-3EE3-42BE-B273-EABBD6082F31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B50708C-6EF4-5518-8E9D-0522444721D7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F22FF7A-4504-0BA2-B8F1-E171F9218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9C12DFA0-A035-2149-A43E-A789C446963B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dirty="0">
                <a:solidFill>
                  <a:srgbClr val="000050"/>
                </a:solidFill>
                <a:latin typeface="Times New Roman"/>
                <a:cs typeface="Times New Roman"/>
                <a:sym typeface="Times New Roman"/>
              </a:rPr>
              <a:t>FLOWCHART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7ED11726-2B22-553C-F703-409C14FB24CE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C986F0-B55C-C78D-7889-2006556A8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02" y="1608772"/>
            <a:ext cx="9503797" cy="518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09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6E1BC-345C-3AC5-D2DA-F445A7C7D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0B29394-E142-FF42-123E-B7CA8432E82A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9BA8B73-3F1B-E321-1DEC-60AB41D3317E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9F4B804-1E16-DE9E-3C8B-C25282EAF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17" name="Google Shape;59;p1">
            <a:extLst>
              <a:ext uri="{FF2B5EF4-FFF2-40B4-BE49-F238E27FC236}">
                <a16:creationId xmlns:a16="http://schemas.microsoft.com/office/drawing/2014/main" id="{20E09296-C510-1092-FF55-696C70ADBB8C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cap="none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D38998DB-9061-E231-745D-04EC53733F8E}"/>
              </a:ext>
            </a:extLst>
          </p:cNvPr>
          <p:cNvSpPr txBox="1">
            <a:spLocks/>
          </p:cNvSpPr>
          <p:nvPr/>
        </p:nvSpPr>
        <p:spPr>
          <a:xfrm>
            <a:off x="74543" y="1931619"/>
            <a:ext cx="6021457" cy="2994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Python: Main programming language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Flask: Web application framework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psutil</a:t>
            </a: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Retrieves network-interface information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HTML: Creates the webpage structure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CSS: Styles the webpage</a:t>
            </a:r>
            <a:endParaRPr lang="en-IN" sz="2400" dirty="0">
              <a:solidFill>
                <a:srgbClr val="000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C86E014-F2A0-6130-1EE7-73F8124FEBAA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310F99F-24CC-4115-7A53-951D6EF22C56}"/>
              </a:ext>
            </a:extLst>
          </p:cNvPr>
          <p:cNvSpPr txBox="1">
            <a:spLocks/>
          </p:cNvSpPr>
          <p:nvPr/>
        </p:nvSpPr>
        <p:spPr>
          <a:xfrm>
            <a:off x="5823284" y="1931618"/>
            <a:ext cx="6021457" cy="46092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psutil</a:t>
            </a: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library supplies network-interface data to the Python program, which iterates through each interface to extract the relevant details.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Flask application passes the gathered data to a template, rendering it on the webpage in a structured table.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Clicking the Scan Network Interfaces button re-requests the webpage, prompting the application to fetch and display updated network information.</a:t>
            </a:r>
          </a:p>
        </p:txBody>
      </p:sp>
    </p:spTree>
    <p:extLst>
      <p:ext uri="{BB962C8B-B14F-4D97-AF65-F5344CB8AC3E}">
        <p14:creationId xmlns:p14="http://schemas.microsoft.com/office/powerpoint/2010/main" val="528308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F9823-92B2-E2E3-40AF-58839B28D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FE6C26E-0122-CFAB-9383-DCC693144104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9CB7AC8-B94B-26A1-2920-4B7733D97EA2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B1128BD-132E-3EB7-E849-8135DC811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17" name="Google Shape;59;p1">
            <a:extLst>
              <a:ext uri="{FF2B5EF4-FFF2-40B4-BE49-F238E27FC236}">
                <a16:creationId xmlns:a16="http://schemas.microsoft.com/office/drawing/2014/main" id="{753DF96C-0EC8-3BC6-E646-02792FFF44C4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cap="none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DISCUSSIONS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E768DD6-7B2A-7DF5-6FB2-DE39A5D36AC5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9F04FC-AA46-EFD3-212C-115820426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0" y="1571168"/>
            <a:ext cx="9779000" cy="493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76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9A412-990A-87D9-C7A2-264920C5B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068C633-86AF-93E3-EBF4-1C80E2F91F11}"/>
              </a:ext>
            </a:extLst>
          </p:cNvPr>
          <p:cNvGrpSpPr/>
          <p:nvPr/>
        </p:nvGrpSpPr>
        <p:grpSpPr>
          <a:xfrm>
            <a:off x="74543" y="215153"/>
            <a:ext cx="12042913" cy="1254953"/>
            <a:chOff x="74543" y="215153"/>
            <a:chExt cx="12042913" cy="125495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2C5104E-B354-1B04-6E64-2F816549E322}"/>
                </a:ext>
              </a:extLst>
            </p:cNvPr>
            <p:cNvSpPr/>
            <p:nvPr/>
          </p:nvSpPr>
          <p:spPr>
            <a:xfrm>
              <a:off x="74543" y="215153"/>
              <a:ext cx="12042913" cy="1254953"/>
            </a:xfrm>
            <a:prstGeom prst="roundRect">
              <a:avLst/>
            </a:prstGeom>
            <a:solidFill>
              <a:srgbClr val="E9DDC7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00BD6FB-0873-B614-494E-98686E4C8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475" y="255527"/>
              <a:ext cx="1126079" cy="1134179"/>
            </a:xfrm>
            <a:prstGeom prst="rect">
              <a:avLst/>
            </a:prstGeom>
          </p:spPr>
        </p:pic>
      </p:grpSp>
      <p:sp>
        <p:nvSpPr>
          <p:cNvPr id="8" name="Google Shape;59;p1">
            <a:extLst>
              <a:ext uri="{FF2B5EF4-FFF2-40B4-BE49-F238E27FC236}">
                <a16:creationId xmlns:a16="http://schemas.microsoft.com/office/drawing/2014/main" id="{F29CD27D-3D64-E72A-889C-9B9D595BC6D3}"/>
              </a:ext>
            </a:extLst>
          </p:cNvPr>
          <p:cNvSpPr/>
          <p:nvPr/>
        </p:nvSpPr>
        <p:spPr>
          <a:xfrm>
            <a:off x="1196905" y="502237"/>
            <a:ext cx="10647836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4000" b="1" dirty="0">
                <a:solidFill>
                  <a:srgbClr val="000050"/>
                </a:solidFill>
                <a:latin typeface="Times New Roman"/>
                <a:cs typeface="Times New Roman"/>
                <a:sym typeface="Times New Roman"/>
              </a:rPr>
              <a:t>Conclusion &amp; Future Enhancements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F887BDC-3114-00C9-7D32-9708EC53E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7474" y="1829832"/>
            <a:ext cx="5471847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MAC Address Finder retrieves and displays real-time network interface MAC addresses on a computer via a user-friendly web interface powered by Python, </a:t>
            </a:r>
            <a:r>
              <a:rPr lang="en-US" sz="2400" dirty="0" err="1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psutil</a:t>
            </a: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Flask.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EE9E278-E8F2-5CD7-D410-98BD00BCBAF4}"/>
              </a:ext>
            </a:extLst>
          </p:cNvPr>
          <p:cNvSpPr txBox="1">
            <a:spLocks/>
          </p:cNvSpPr>
          <p:nvPr/>
        </p:nvSpPr>
        <p:spPr>
          <a:xfrm>
            <a:off x="6202680" y="1829832"/>
            <a:ext cx="5642061" cy="435133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Detecting devices connected to the local network.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MAC address vendor identification.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Detailed IPv4 and IPv6 information.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Network speed and interface statistics.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Network traffic monitoring. 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Exporting the detected information to a file.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8CC61AF-5D23-E488-CBE0-097A00E940B9}"/>
              </a:ext>
            </a:extLst>
          </p:cNvPr>
          <p:cNvSpPr txBox="1">
            <a:spLocks/>
          </p:cNvSpPr>
          <p:nvPr/>
        </p:nvSpPr>
        <p:spPr>
          <a:xfrm>
            <a:off x="74543" y="6540897"/>
            <a:ext cx="12042912" cy="3693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indent="0" algn="r" defTabSz="914400" rtl="0" eaLnBrk="1" latinLnBrk="0" hangingPunct="1">
              <a:buNone/>
              <a:defRPr sz="1800" b="1" i="1" kern="1200">
                <a:solidFill>
                  <a:srgbClr val="00008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rgbClr val="000050"/>
                </a:solidFill>
              </a:rPr>
              <a:t>MAC Address Finder										  CN-Lab</a:t>
            </a:r>
          </a:p>
        </p:txBody>
      </p:sp>
    </p:spTree>
    <p:extLst>
      <p:ext uri="{BB962C8B-B14F-4D97-AF65-F5344CB8AC3E}">
        <p14:creationId xmlns:p14="http://schemas.microsoft.com/office/powerpoint/2010/main" val="423073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9;p1">
            <a:extLst>
              <a:ext uri="{FF2B5EF4-FFF2-40B4-BE49-F238E27FC236}">
                <a16:creationId xmlns:a16="http://schemas.microsoft.com/office/drawing/2014/main" id="{56CAE78B-759A-8F6A-2EA7-2897FBB775B7}"/>
              </a:ext>
            </a:extLst>
          </p:cNvPr>
          <p:cNvSpPr/>
          <p:nvPr/>
        </p:nvSpPr>
        <p:spPr>
          <a:xfrm>
            <a:off x="74543" y="3088608"/>
            <a:ext cx="12042913" cy="680784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25594" tIns="62780" rIns="125594" bIns="62780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000" b="1" cap="none" baseline="0" dirty="0">
                <a:solidFill>
                  <a:srgbClr val="000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4000" cap="small" baseline="0" dirty="0">
              <a:solidFill>
                <a:srgbClr val="000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711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E0FA7029-81C0-4630-80E4-3FBF5CEC2722}" vid="{F2F5185D-7F36-40EA-A583-1A55AC61A6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CMRTemplate</Template>
  <TotalTime>102</TotalTime>
  <Words>708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Arna Malwatkar</dc:creator>
  <cp:lastModifiedBy>Arna Malwatkar</cp:lastModifiedBy>
  <cp:revision>3</cp:revision>
  <dcterms:created xsi:type="dcterms:W3CDTF">2026-03-04T17:39:01Z</dcterms:created>
  <dcterms:modified xsi:type="dcterms:W3CDTF">2026-09-28T18:45:53Z</dcterms:modified>
</cp:coreProperties>
</file>